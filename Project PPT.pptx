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300B38-D349-42CC-8F35-D9F26C07944D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27915-6AD9-4175-A260-532285EF16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121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------------------------------------------------------------------------------------   </a:t>
            </a:r>
            <a:r>
              <a:rPr lang="en-US" sz="1400" b="1" dirty="0"/>
              <a:t>Thank You  </a:t>
            </a:r>
            <a:r>
              <a:rPr lang="en-US" dirty="0"/>
              <a:t>---------------------------------------------------------------------------------------------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27915-6AD9-4175-A260-532285EF163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761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4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58975"/>
            <a:ext cx="7772400" cy="1470025"/>
          </a:xfr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b="1" dirty="0">
                <a:solidFill>
                  <a:schemeClr val="accent4">
                    <a:lumMod val="50000"/>
                  </a:schemeClr>
                </a:solidFill>
              </a:rPr>
              <a:t>Customer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77367"/>
            <a:ext cx="6400800" cy="1752600"/>
          </a:xfrm>
        </p:spPr>
        <p:txBody>
          <a:bodyPr/>
          <a:lstStyle/>
          <a:p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Power BI Project</a:t>
            </a:r>
          </a:p>
          <a:p>
            <a:endParaRPr lang="en-US" dirty="0"/>
          </a:p>
          <a:p>
            <a:endParaRPr dirty="0"/>
          </a:p>
        </p:txBody>
      </p:sp>
      <p:pic>
        <p:nvPicPr>
          <p:cNvPr id="5" name="Picture 4" descr="A yellow sign with black text&#10;&#10;AI-generated content may be incorrect.">
            <a:extLst>
              <a:ext uri="{FF2B5EF4-FFF2-40B4-BE49-F238E27FC236}">
                <a16:creationId xmlns:a16="http://schemas.microsoft.com/office/drawing/2014/main" id="{283EB6EB-5602-15A0-CF0D-7DBE02B2A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8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41459" y="152298"/>
            <a:ext cx="1769806" cy="1470025"/>
          </a:xfrm>
          <a:prstGeom prst="rect">
            <a:avLst/>
          </a:prstGeom>
          <a:solidFill>
            <a:schemeClr val="accent3">
              <a:lumMod val="75000"/>
            </a:schemeClr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 diagram of customer analytics&#10;&#10;AI-generated content may be incorrect.">
            <a:extLst>
              <a:ext uri="{FF2B5EF4-FFF2-40B4-BE49-F238E27FC236}">
                <a16:creationId xmlns:a16="http://schemas.microsoft.com/office/drawing/2014/main" id="{A07F3396-63CC-3C17-30CE-A05BD65F6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734" y="84617"/>
            <a:ext cx="1883635" cy="17600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5C3EF3-53A2-B6F5-47DD-02CEC3A565E1}"/>
              </a:ext>
            </a:extLst>
          </p:cNvPr>
          <p:cNvSpPr txBox="1"/>
          <p:nvPr/>
        </p:nvSpPr>
        <p:spPr>
          <a:xfrm>
            <a:off x="132734" y="4483760"/>
            <a:ext cx="42475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Project Id : - PRDA-05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Team Id : -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PTID-CDA-DEC-25-958</a:t>
            </a:r>
          </a:p>
          <a:p>
            <a:endParaRPr lang="en-IN" dirty="0"/>
          </a:p>
          <a:p>
            <a:r>
              <a:rPr lang="en-IN" b="1" u="sng" dirty="0">
                <a:solidFill>
                  <a:srgbClr val="FF0000"/>
                </a:solidFill>
              </a:rPr>
              <a:t>Team Members: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Ankit Raj Sinha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Lolla Venkata Surya Sudheer Kumar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Gangula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Padma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Gangapatnam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Vidyasagar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>
                    <a:lumMod val="75000"/>
                  </a:schemeClr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Project Name: Customer Data Analysis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>
                <a:solidFill>
                  <a:schemeClr val="bg2">
                    <a:lumMod val="10000"/>
                  </a:schemeClr>
                </a:solidFill>
              </a:rPr>
              <a:t>Tool Used: Power BI</a:t>
            </a:r>
          </a:p>
          <a:p>
            <a:pPr marL="0" indent="0">
              <a:buNone/>
            </a:pPr>
            <a:r>
              <a:rPr dirty="0"/>
              <a:t>• Objective: Analyze customer behavior, sales trends, and payment preferences</a:t>
            </a:r>
          </a:p>
          <a:p>
            <a:pPr marL="0" indent="0">
              <a:buNone/>
            </a:pPr>
            <a:r>
              <a:rPr dirty="0"/>
              <a:t>• Dataset: Shopping Mall Customer Data</a:t>
            </a:r>
          </a:p>
        </p:txBody>
      </p:sp>
      <p:pic>
        <p:nvPicPr>
          <p:cNvPr id="5" name="Picture 4" descr="A close-up of a person's hand touching a screen&#10;&#10;AI-generated content may be incorrect.">
            <a:extLst>
              <a:ext uri="{FF2B5EF4-FFF2-40B4-BE49-F238E27FC236}">
                <a16:creationId xmlns:a16="http://schemas.microsoft.com/office/drawing/2014/main" id="{ABFA1E90-FF1C-1094-34C0-4270BF63B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22027" y="5102942"/>
            <a:ext cx="2521974" cy="1755057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>
                    <a:lumMod val="75000"/>
                  </a:schemeClr>
                </a:solidFill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Understand customer purchase behavior</a:t>
            </a:r>
          </a:p>
          <a:p>
            <a:pPr marL="0" indent="0">
              <a:buNone/>
            </a:pPr>
            <a:r>
              <a:rPr dirty="0"/>
              <a:t>• Identify high-performing product categories</a:t>
            </a:r>
          </a:p>
          <a:p>
            <a:pPr marL="0" indent="0">
              <a:buNone/>
            </a:pPr>
            <a:r>
              <a:rPr dirty="0"/>
              <a:t>• Analyze age, gender, and payment patterns</a:t>
            </a:r>
          </a:p>
          <a:p>
            <a:pPr marL="0" indent="0">
              <a:buNone/>
            </a:pPr>
            <a:r>
              <a:rPr dirty="0"/>
              <a:t>• Support data-driven business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5">
                    <a:lumMod val="75000"/>
                  </a:schemeClr>
                </a:solidFill>
              </a:rP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Total Quantity Sold</a:t>
            </a:r>
          </a:p>
          <a:p>
            <a:pPr marL="0" indent="0">
              <a:buNone/>
            </a:pPr>
            <a:r>
              <a:rPr dirty="0"/>
              <a:t>• Total Revenue Generated</a:t>
            </a:r>
          </a:p>
          <a:p>
            <a:pPr marL="0" indent="0">
              <a:buNone/>
            </a:pPr>
            <a:r>
              <a:rPr dirty="0"/>
              <a:t>• Category-wise Sales</a:t>
            </a:r>
          </a:p>
          <a:p>
            <a:pPr marL="0" indent="0">
              <a:buNone/>
            </a:pPr>
            <a:r>
              <a:rPr dirty="0"/>
              <a:t>• Age-wise &amp; Gender-wise Distribution</a:t>
            </a:r>
          </a:p>
          <a:p>
            <a:pPr marL="0" indent="0">
              <a:buNone/>
            </a:pPr>
            <a:r>
              <a:rPr dirty="0"/>
              <a:t>• Payment Method Analysis</a:t>
            </a:r>
          </a:p>
        </p:txBody>
      </p:sp>
      <p:pic>
        <p:nvPicPr>
          <p:cNvPr id="5" name="Picture 4" descr="A diagram of a company's performance&#10;&#10;AI-generated content may be incorrect.">
            <a:extLst>
              <a:ext uri="{FF2B5EF4-FFF2-40B4-BE49-F238E27FC236}">
                <a16:creationId xmlns:a16="http://schemas.microsoft.com/office/drawing/2014/main" id="{0AD81962-FC52-8179-8327-7DD535289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296" y="5233886"/>
            <a:ext cx="2610465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5">
                    <a:lumMod val="75000"/>
                  </a:schemeClr>
                </a:solidFill>
              </a:rPr>
              <a:t>Category-wise Sales Analysis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200" y="1394197"/>
            <a:ext cx="8229600" cy="45816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Gender wise</a:t>
            </a:r>
            <a:r>
              <a:rPr dirty="0">
                <a:solidFill>
                  <a:schemeClr val="accent5">
                    <a:lumMod val="75000"/>
                  </a:schemeClr>
                </a:solidFill>
              </a:rPr>
              <a:t> Shopping Distribution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2306" y="1371600"/>
            <a:ext cx="8119388" cy="46268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5">
                    <a:lumMod val="75000"/>
                  </a:schemeClr>
                </a:solidFill>
              </a:rPr>
              <a:t>Revenue &amp; Quantity by Age Group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9280" y="1371600"/>
            <a:ext cx="8145439" cy="46268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4">
                    <a:lumMod val="75000"/>
                  </a:schemeClr>
                </a:solidFill>
              </a:rPr>
              <a:t>Payment Method Analysis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8193" y="1371600"/>
            <a:ext cx="8127613" cy="46268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8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4000"/>
                    </a14:imgEffect>
                  </a14:imgLayer>
                </a14:imgProps>
              </a:ext>
            </a:extLst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4">
                    <a:lumMod val="75000"/>
                  </a:schemeClr>
                </a:solidFill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Cash is the most preferred payment method overall</a:t>
            </a:r>
          </a:p>
          <a:p>
            <a:pPr marL="0" indent="0">
              <a:buNone/>
            </a:pPr>
            <a:r>
              <a:rPr dirty="0"/>
              <a:t>• Adults contribute the highest sales and </a:t>
            </a:r>
            <a:r>
              <a:rPr lang="en-US" dirty="0"/>
              <a:t>    </a:t>
            </a:r>
            <a:r>
              <a:rPr dirty="0"/>
              <a:t>revenue</a:t>
            </a:r>
          </a:p>
          <a:p>
            <a:pPr marL="0" indent="0">
              <a:buNone/>
            </a:pPr>
            <a:r>
              <a:rPr dirty="0"/>
              <a:t>• Clothing and Cosmetics are top-selling categories</a:t>
            </a:r>
          </a:p>
          <a:p>
            <a:pPr marL="0" indent="0">
              <a:buNone/>
            </a:pPr>
            <a:r>
              <a:rPr dirty="0"/>
              <a:t>• 2022 was the strongest business year</a:t>
            </a:r>
          </a:p>
          <a:p>
            <a:pPr marL="0" indent="0">
              <a:buNone/>
            </a:pPr>
            <a:r>
              <a:rPr dirty="0"/>
              <a:t>• Overall decline in customer purchases observed in 2023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7000"/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4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Customer behavior varies significantly by age and category</a:t>
            </a:r>
          </a:p>
          <a:p>
            <a:pPr marL="0" indent="0">
              <a:buNone/>
            </a:pPr>
            <a:r>
              <a:rPr dirty="0"/>
              <a:t>• Payment method insights can help optimize transaction strategies</a:t>
            </a:r>
          </a:p>
          <a:p>
            <a:pPr marL="0" indent="0">
              <a:buNone/>
            </a:pPr>
            <a:r>
              <a:rPr dirty="0"/>
              <a:t>• Business can focus on adult segment and popular categories to boost revenue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214</Words>
  <Application>Microsoft Office PowerPoint</Application>
  <PresentationFormat>On-screen Show (4:3)</PresentationFormat>
  <Paragraphs>45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Customer Data Analysis</vt:lpstr>
      <vt:lpstr>Project Overview</vt:lpstr>
      <vt:lpstr>Project Objectives</vt:lpstr>
      <vt:lpstr>Key Performance Indicators (KPIs)</vt:lpstr>
      <vt:lpstr>Category-wise Sales Analysis</vt:lpstr>
      <vt:lpstr>Gender wise Shopping Distribution</vt:lpstr>
      <vt:lpstr>Revenue &amp; Quantity by Age Group</vt:lpstr>
      <vt:lpstr>Payment Method Analysis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Ankit Raj Sinha</cp:lastModifiedBy>
  <cp:revision>7</cp:revision>
  <dcterms:created xsi:type="dcterms:W3CDTF">2013-01-27T09:14:16Z</dcterms:created>
  <dcterms:modified xsi:type="dcterms:W3CDTF">2025-12-17T11:39:29Z</dcterms:modified>
  <cp:category/>
</cp:coreProperties>
</file>